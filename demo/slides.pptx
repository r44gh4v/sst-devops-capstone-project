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05840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1F2933"/>
                </a:solidFill>
                <a:latin typeface="Segoe UI"/>
              </a:rPr>
              <a:t>Expense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29000"/>
            <a:ext cx="100584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0">
                <a:solidFill>
                  <a:srgbClr val="2563EB"/>
                </a:solidFill>
                <a:latin typeface="Segoe UI"/>
              </a:rPr>
              <a:t>DevOps 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0584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3E4C59"/>
                </a:solidFill>
                <a:latin typeface="Segoe UI"/>
              </a:rPr>
              <a:t>Raaghav Rathi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E4C59"/>
                </a:solidFill>
                <a:latin typeface="Segoe UI"/>
              </a:rPr>
              <a:t>24bcs10284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3"/>
                </a:solidFill>
                <a:latin typeface="Segoe UI"/>
              </a:rPr>
              <a:t>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486400" cy="3200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E4C59"/>
                </a:solidFill>
                <a:latin typeface="Segoe UI"/>
              </a:rPr>
              <a:t>A simple web app to track daily spending.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E4C59"/>
                </a:solidFill>
                <a:latin typeface="Segoe UI"/>
              </a:rPr>
              <a:t>Add, edit and delete expenses with a title, amount, category and date.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E4C59"/>
                </a:solidFill>
                <a:latin typeface="Segoe UI"/>
              </a:rPr>
              <a:t>See the total spent and a breakdown per category.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3E4C59"/>
                </a:solidFill>
                <a:latin typeface="Segoe UI"/>
              </a:rPr>
              <a:t>The app is small on purpose. The focus of the project is the DevOps workflow around it: testing, containers, CI/CD, security scanning, infrastructure as code, Kubernetes, GitOps and monitoring.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0" y="1737360"/>
            <a:ext cx="4663440" cy="2926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95160" y="1920240"/>
            <a:ext cx="42062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Three 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2377439"/>
            <a:ext cx="4206240" cy="2194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Frontend: React app served by nginx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Backend: FastAPI REST API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Database: PostgreSQL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Endpoints: /health, /ready, /metrics, CRUD on /api/expenses, /api/expenses/summary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3"/>
                </a:solidFill>
                <a:latin typeface="Segoe UI"/>
              </a:rP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20240"/>
            <a:ext cx="29260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77439"/>
            <a:ext cx="292608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Python, FastAPI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SQLAlchemy, Alembic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React, Vite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PostgreSQL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9260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Containers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377439"/>
            <a:ext cx="292608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Docker (non-root images)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Multi-stage frontend build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Docker Compose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9260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CI/CD +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377439"/>
            <a:ext cx="292608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GitHub Actions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GitHub Container Registry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Trivy image scanning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29260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72000"/>
            <a:ext cx="292608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Terraform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AWS VPC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AWS EKS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93192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114800"/>
            <a:ext cx="29260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Kubernetes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572000"/>
            <a:ext cx="292608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Helm chart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ingress-nginx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Argo CD (GitOps)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93192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114800"/>
            <a:ext cx="29260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Observability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572000"/>
            <a:ext cx="2926080" cy="12801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Prometheus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Grafana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kube-prometheus-stack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3"/>
                </a:solidFill>
                <a:latin typeface="Segoe UI"/>
              </a:rP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645920" cy="50291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git push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057400"/>
            <a:ext cx="365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7B8794"/>
                </a:solidFill>
                <a:latin typeface="Segoe U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1" y="173736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1874519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2286000"/>
            <a:ext cx="1645920" cy="50291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source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2057400"/>
            <a:ext cx="365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7B8794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73736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75503" y="1874519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GitHub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3" y="2286000"/>
            <a:ext cx="1645920" cy="50291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test, build,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2864" y="2057400"/>
            <a:ext cx="365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7B8794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73736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1775" y="1874519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GHCR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775" y="2286000"/>
            <a:ext cx="1645920" cy="50291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images by commit SHA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2057400"/>
            <a:ext cx="365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7B8794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36608" y="1737360"/>
            <a:ext cx="1828800" cy="1097280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8048" y="1874519"/>
            <a:ext cx="164592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Argo CD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2286000"/>
            <a:ext cx="1645920" cy="50291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syncs from Git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19488" y="2880360"/>
            <a:ext cx="365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7B8794"/>
                </a:solidFill>
                <a:latin typeface="Segoe U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38328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474720"/>
            <a:ext cx="5486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7B8794"/>
                </a:solidFill>
                <a:latin typeface="Segoe UI"/>
              </a:rPr>
              <a:t>Kubernetes cluster  (namespace expense-tracker)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3931920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069080"/>
            <a:ext cx="18288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Ingress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480559"/>
            <a:ext cx="1828800" cy="45719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/ and /api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206240"/>
            <a:ext cx="365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7B8794"/>
                </a:solidFill>
                <a:latin typeface="Segoe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3931920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9000" y="4069080"/>
            <a:ext cx="18288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29000" y="4480559"/>
            <a:ext cx="1828800" cy="45719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React + nginx, 2 pods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4206240"/>
            <a:ext cx="365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7B8794"/>
                </a:solidFill>
                <a:latin typeface="Segoe U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15000" y="3931920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4069080"/>
            <a:ext cx="18288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Backend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480559"/>
            <a:ext cx="1828800" cy="45719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FastAPI, 2 pods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4206240"/>
            <a:ext cx="365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7B8794"/>
                </a:solidFill>
                <a:latin typeface="Segoe UI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92440" y="3931920"/>
            <a:ext cx="201168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3880" y="4069080"/>
            <a:ext cx="18288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PostgreSQL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4480559"/>
            <a:ext cx="1828800" cy="45719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database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440680"/>
            <a:ext cx="106984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Prometheus scrapes backend /metrics, Grafana shows the dashboard.   Terraform creates the AWS VPC and EKS cluster.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3"/>
                </a:solidFill>
                <a:latin typeface="Segoe UI"/>
              </a:rPr>
              <a:t>CI/CD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5156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E4C59"/>
                </a:solidFill>
                <a:latin typeface="Segoe UI"/>
              </a:rPr>
              <a:t>GitHub Actions runs on every push to main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1508760" cy="1143000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32588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3258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pytest, 7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697480"/>
            <a:ext cx="365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7B8794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51176" y="2377440"/>
            <a:ext cx="1508760" cy="1143000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42616" y="2514600"/>
            <a:ext cx="132588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2616" y="2926080"/>
            <a:ext cx="13258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app +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9935" y="2697480"/>
            <a:ext cx="365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7B8794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377440"/>
            <a:ext cx="1508760" cy="1143000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514600"/>
            <a:ext cx="132588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926080"/>
            <a:ext cx="13258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Trivy, both images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9592" y="2697480"/>
            <a:ext cx="365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7B8794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377440"/>
            <a:ext cx="1508760" cy="1143000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7" y="2514600"/>
            <a:ext cx="132588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7" y="2926080"/>
            <a:ext cx="13258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GHCR, tag = SHA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2697480"/>
            <a:ext cx="365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7B8794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10144" y="2377440"/>
            <a:ext cx="1508760" cy="1143000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3" y="2514600"/>
            <a:ext cx="132588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Update tag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2926080"/>
            <a:ext cx="13258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Helm values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18904" y="2697480"/>
            <a:ext cx="365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7B8794"/>
                </a:solidFill>
                <a:latin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2377440"/>
            <a:ext cx="1508760" cy="1143000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21240" y="2514600"/>
            <a:ext cx="132588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2926080"/>
            <a:ext cx="13258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Argo CD sync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931920"/>
            <a:ext cx="5120640" cy="18288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114800"/>
            <a:ext cx="4663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Quality gates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72000"/>
            <a:ext cx="466344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A failing test stops the pipeline.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A HIGH or CRITICAL vulnerability stops the pipeline.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Nothing broken or vulnerable is pushed.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931920"/>
            <a:ext cx="5120640" cy="18288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114800"/>
            <a:ext cx="4663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Why tag by commit SHA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572000"/>
            <a:ext cx="466344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Every image points to the exact code it came from.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Easy to see what is running and to roll 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3"/>
                </a:solidFill>
                <a:latin typeface="Segoe UI"/>
              </a:rPr>
              <a:t>DevSecOps: Trivy 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91640"/>
            <a:ext cx="1051560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E4C59"/>
                </a:solidFill>
                <a:latin typeface="Segoe UI"/>
              </a:rPr>
              <a:t>Trivy scans the OS packages and libraries in both images. The job fails on HIGH or CRITICAL issues that have a fix.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51760"/>
            <a:ext cx="5120640" cy="26517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834640"/>
            <a:ext cx="4663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Found while building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291839"/>
            <a:ext cx="4663440" cy="192023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Backend: starlette 0.41.3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CVE-2025-62727 (HIGH): denial of service through many overlapping Range headers.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Frontend: nginx 1.27 alpine base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CVE-2026-31789 (CRITICAL): OpenSSL heap buffer overflow, plus 40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651760"/>
            <a:ext cx="5120640" cy="265176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2834640"/>
            <a:ext cx="4663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Fixed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291839"/>
            <a:ext cx="4663440" cy="1920239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Upgraded FastAPI to 0.143.0 and the Prometheus instrumentator to 8.1.0, so Starlette moved to 1.8.0.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Moved the frontend base image to nginx 1.30 alpine.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Result: both images scan clean and the pipeline passes.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3"/>
                </a:solidFill>
                <a:latin typeface="Segoe UI"/>
              </a:rPr>
              <a:t>Infrastructure with Terraform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120640" cy="33832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20240"/>
            <a:ext cx="4663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What Terraform creates on 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77439"/>
            <a:ext cx="4663440" cy="2651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Region ap-south-1 (Mumbai)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VPC 10.30.0.0/16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2 public subnets in 2 availability zones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EKS cluster, Kubernetes 1.31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Managed node group, t3.medium workers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46 resources in 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120640" cy="33832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920240"/>
            <a:ext cx="4663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377439"/>
            <a:ext cx="4663440" cy="2651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terraform init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terraform plan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terraform apply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aws eks update-kubeconfig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terraform destroy after the demo to avoid cost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No credentials in the repo, only terraform.tfvars.example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3"/>
                </a:solidFill>
                <a:latin typeface="Segoe UI"/>
              </a:rPr>
              <a:t>Kubernetes, Helm and GitOps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3383280" cy="2926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20240"/>
            <a:ext cx="29260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Helm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77439"/>
            <a:ext cx="2926080" cy="2194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Backend: 2 replicas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Frontend: 2 replicas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PostgreSQL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ClusterIP services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Readiness and liveness probes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737360"/>
            <a:ext cx="3383280" cy="2926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920240"/>
            <a:ext cx="29260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Ingress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2377439"/>
            <a:ext cx="2926080" cy="2194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/  goes to the frontend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/api  goes to the backend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Deployed with: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helm upgrade --install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737360"/>
            <a:ext cx="3383280" cy="292608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920240"/>
            <a:ext cx="29260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Argo 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377439"/>
            <a:ext cx="2926080" cy="21945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Watches the Helm chart in GitHub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Auto sync and self heal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The pipeline updates the image tag in Git, Argo CD deploys it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E4C59"/>
                </a:solidFill>
                <a:latin typeface="Segoe UI"/>
              </a:rPr>
              <a:t>Git is the single source of truth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3"/>
                </a:solidFill>
                <a:latin typeface="Segoe UI"/>
              </a:rPr>
              <a:t>Observability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2468880" cy="1188720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22860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/metrics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103120"/>
            <a:ext cx="365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7B8794"/>
                </a:solidFill>
                <a:latin typeface="Segoe U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37360"/>
            <a:ext cx="2468880" cy="1188720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74519"/>
            <a:ext cx="22860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ServiceMonitor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tells Prometheus what to scrape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03120"/>
            <a:ext cx="365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7B8794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2468880" cy="1188720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874519"/>
            <a:ext cx="22860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Prometheus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collects every 15s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103120"/>
            <a:ext cx="3657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0">
                <a:solidFill>
                  <a:srgbClr val="7B8794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737360"/>
            <a:ext cx="2468880" cy="1188720"/>
          </a:xfrm>
          <a:prstGeom prst="roundRect">
            <a:avLst>
              <a:gd name="adj" fmla="val 12000"/>
            </a:avLst>
          </a:prstGeom>
          <a:solidFill>
            <a:srgbClr val="E8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874519"/>
            <a:ext cx="22860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1">
                <a:solidFill>
                  <a:srgbClr val="1F2933"/>
                </a:solidFill>
                <a:latin typeface="Segoe UI"/>
              </a:rPr>
              <a:t>Grafana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286000"/>
            <a:ext cx="2286000" cy="5943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E4C59"/>
                </a:solidFill>
                <a:latin typeface="Segoe UI"/>
              </a:rPr>
              <a:t>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91840"/>
            <a:ext cx="10698480" cy="22860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474720"/>
            <a:ext cx="102412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Expense Tracker dashboard in Grafana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931920"/>
            <a:ext cx="1024128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Requests per second for each endpoint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p95 latency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Error rate (5xx responses)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Number of backend targets 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F2933"/>
                </a:solidFill>
                <a:latin typeface="Segoe UI"/>
              </a:rPr>
              <a:t>Key Learnings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37360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Gates save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377439"/>
            <a:ext cx="4754880" cy="868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Tests and Trivy scans in the pipeline catch problems before anything is deployed.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920240"/>
            <a:ext cx="47548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Images by commit SHA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377439"/>
            <a:ext cx="4754880" cy="868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Each deployed image maps to exact code, which makes debugging and rollbacks simple.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749039"/>
            <a:ext cx="47548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GitOps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4754880" cy="868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With Argo CD, Git decides what runs. A push is enough to deploy.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566160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749039"/>
            <a:ext cx="475488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Real bug found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206240"/>
            <a:ext cx="4754880" cy="868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3E4C59"/>
                </a:solidFill>
                <a:latin typeface="Segoe UI"/>
              </a:rPr>
              <a:t>Two backend pods ran database migrations at the same time. A PostgreSQL advisory lock fixed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